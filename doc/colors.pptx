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BD0"/>
    <a:srgbClr val="FBB0A1"/>
    <a:srgbClr val="FFF2CC"/>
    <a:srgbClr val="E2F0D9"/>
    <a:srgbClr val="FA8572"/>
    <a:srgbClr val="BD30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00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51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66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61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670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12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6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6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18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16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44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726C4-1AA2-4C12-99C4-309BA1E1C617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59767-6D7E-44A2-8CA9-5F8BD6268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529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98500" y="444500"/>
            <a:ext cx="10090150" cy="6042832"/>
            <a:chOff x="698500" y="444500"/>
            <a:chExt cx="10090150" cy="6042832"/>
          </a:xfrm>
        </p:grpSpPr>
        <p:grpSp>
          <p:nvGrpSpPr>
            <p:cNvPr id="12" name="Group 11"/>
            <p:cNvGrpSpPr/>
            <p:nvPr/>
          </p:nvGrpSpPr>
          <p:grpSpPr>
            <a:xfrm>
              <a:off x="698500" y="444500"/>
              <a:ext cx="2882900" cy="2413000"/>
              <a:chOff x="2032000" y="1333500"/>
              <a:chExt cx="4724400" cy="40767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032000" y="1333500"/>
                <a:ext cx="1181100" cy="40767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>
                    <a:rot lat="0" lon="20699996" rev="0"/>
                  </a:camera>
                  <a:lightRig rig="threePt" dir="t"/>
                </a:scene3d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213100" y="1333500"/>
                <a:ext cx="1181100" cy="40767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4394200" y="1333500"/>
                <a:ext cx="1181100" cy="407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575300" y="1333500"/>
                <a:ext cx="1181100" cy="40767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302125" y="444500"/>
              <a:ext cx="2882900" cy="2413000"/>
              <a:chOff x="2032000" y="1333500"/>
              <a:chExt cx="4724400" cy="40767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2032000" y="1333500"/>
                <a:ext cx="1181100" cy="40767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213100" y="1333500"/>
                <a:ext cx="1181100" cy="40767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394200" y="1333500"/>
                <a:ext cx="1181100" cy="40767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575300" y="1333500"/>
                <a:ext cx="1181100" cy="40767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905750" y="444500"/>
              <a:ext cx="2882900" cy="2413000"/>
              <a:chOff x="2032000" y="1333500"/>
              <a:chExt cx="4724400" cy="407670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2032000" y="1333500"/>
                <a:ext cx="1181100" cy="4076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213100" y="1333500"/>
                <a:ext cx="1181100" cy="40767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4394200" y="1333500"/>
                <a:ext cx="1181100" cy="4076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575300" y="1333500"/>
                <a:ext cx="1181100" cy="40767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 rot="16200000">
              <a:off x="311704" y="1466334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(242,242,242)</a:t>
              </a:r>
              <a:endParaRPr lang="en-IN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82358" y="2857499"/>
              <a:ext cx="27302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A1    A2    A3    A4</a:t>
              </a:r>
              <a:endParaRPr lang="en-IN" sz="2800" dirty="0"/>
            </a:p>
          </p:txBody>
        </p:sp>
        <p:sp>
          <p:nvSpPr>
            <p:cNvPr id="30" name="TextBox 29"/>
            <p:cNvSpPr txBox="1"/>
            <p:nvPr/>
          </p:nvSpPr>
          <p:spPr>
            <a:xfrm rot="16200000">
              <a:off x="1032430" y="1466334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(217,217,217)</a:t>
              </a:r>
              <a:endParaRPr lang="en-IN" dirty="0"/>
            </a:p>
          </p:txBody>
        </p:sp>
        <p:sp>
          <p:nvSpPr>
            <p:cNvPr id="31" name="TextBox 30"/>
            <p:cNvSpPr txBox="1"/>
            <p:nvPr/>
          </p:nvSpPr>
          <p:spPr>
            <a:xfrm rot="16200000">
              <a:off x="1753150" y="1466333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(219,219,219)</a:t>
              </a:r>
              <a:endParaRPr lang="en-IN" dirty="0"/>
            </a:p>
          </p:txBody>
        </p:sp>
        <p:sp>
          <p:nvSpPr>
            <p:cNvPr id="32" name="TextBox 31"/>
            <p:cNvSpPr txBox="1"/>
            <p:nvPr/>
          </p:nvSpPr>
          <p:spPr>
            <a:xfrm rot="16200000">
              <a:off x="2439474" y="1466333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(175,175,175)</a:t>
              </a:r>
              <a:endParaRPr lang="en-IN" dirty="0"/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3864540" y="1466333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(226,240,217)</a:t>
              </a:r>
              <a:endParaRPr lang="en-IN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35194" y="2857498"/>
              <a:ext cx="26789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</a:t>
              </a:r>
              <a:r>
                <a:rPr lang="en-US" sz="2800" dirty="0" smtClean="0"/>
                <a:t>1    </a:t>
              </a:r>
              <a:r>
                <a:rPr lang="en-US" sz="2800" dirty="0"/>
                <a:t>B</a:t>
              </a:r>
              <a:r>
                <a:rPr lang="en-US" sz="2800" dirty="0" smtClean="0"/>
                <a:t>2    </a:t>
              </a:r>
              <a:r>
                <a:rPr lang="en-US" sz="2800" dirty="0"/>
                <a:t>B</a:t>
              </a:r>
              <a:r>
                <a:rPr lang="en-US" sz="2800" dirty="0" smtClean="0"/>
                <a:t>3    </a:t>
              </a:r>
              <a:r>
                <a:rPr lang="en-US" sz="2800" dirty="0"/>
                <a:t>B</a:t>
              </a:r>
              <a:r>
                <a:rPr lang="en-US" sz="2800" dirty="0" smtClean="0"/>
                <a:t>4</a:t>
              </a:r>
              <a:endParaRPr lang="en-IN" sz="2800" dirty="0"/>
            </a:p>
          </p:txBody>
        </p:sp>
        <p:sp>
          <p:nvSpPr>
            <p:cNvPr id="35" name="TextBox 34"/>
            <p:cNvSpPr txBox="1"/>
            <p:nvPr/>
          </p:nvSpPr>
          <p:spPr>
            <a:xfrm rot="16200000">
              <a:off x="4585266" y="1466333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(180,224,197)</a:t>
              </a:r>
              <a:endParaRPr lang="en-IN" dirty="0"/>
            </a:p>
          </p:txBody>
        </p:sp>
        <p:sp>
          <p:nvSpPr>
            <p:cNvPr id="36" name="TextBox 35"/>
            <p:cNvSpPr txBox="1"/>
            <p:nvPr/>
          </p:nvSpPr>
          <p:spPr>
            <a:xfrm rot="16200000">
              <a:off x="5305986" y="1466332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(169,209,142)</a:t>
              </a:r>
              <a:endParaRPr lang="en-IN" dirty="0"/>
            </a:p>
          </p:txBody>
        </p:sp>
        <p:sp>
          <p:nvSpPr>
            <p:cNvPr id="37" name="TextBox 36"/>
            <p:cNvSpPr txBox="1"/>
            <p:nvPr/>
          </p:nvSpPr>
          <p:spPr>
            <a:xfrm rot="16200000">
              <a:off x="6109329" y="1466332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(84,130,53)</a:t>
              </a:r>
              <a:endParaRPr lang="en-IN" dirty="0"/>
            </a:p>
          </p:txBody>
        </p:sp>
        <p:sp>
          <p:nvSpPr>
            <p:cNvPr id="38" name="TextBox 37"/>
            <p:cNvSpPr txBox="1"/>
            <p:nvPr/>
          </p:nvSpPr>
          <p:spPr>
            <a:xfrm rot="16200000">
              <a:off x="7570679" y="1466332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(218,227,243)</a:t>
              </a:r>
              <a:endParaRPr lang="en-IN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41333" y="2857497"/>
              <a:ext cx="26597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C</a:t>
              </a:r>
              <a:r>
                <a:rPr lang="en-US" sz="2800" dirty="0" smtClean="0"/>
                <a:t>1    </a:t>
              </a:r>
              <a:r>
                <a:rPr lang="en-US" sz="2800" dirty="0"/>
                <a:t>C</a:t>
              </a:r>
              <a:r>
                <a:rPr lang="en-US" sz="2800" dirty="0" smtClean="0"/>
                <a:t>2    </a:t>
              </a:r>
              <a:r>
                <a:rPr lang="en-US" sz="2800" dirty="0"/>
                <a:t>C</a:t>
              </a:r>
              <a:r>
                <a:rPr lang="en-US" sz="2800" dirty="0" smtClean="0"/>
                <a:t>3    </a:t>
              </a:r>
              <a:r>
                <a:rPr lang="en-US" sz="2800" dirty="0"/>
                <a:t>C</a:t>
              </a:r>
              <a:r>
                <a:rPr lang="en-US" sz="2800" dirty="0" smtClean="0"/>
                <a:t>4</a:t>
              </a:r>
              <a:endParaRPr lang="en-IN" sz="2800" dirty="0"/>
            </a:p>
          </p:txBody>
        </p:sp>
        <p:sp>
          <p:nvSpPr>
            <p:cNvPr id="40" name="TextBox 39"/>
            <p:cNvSpPr txBox="1"/>
            <p:nvPr/>
          </p:nvSpPr>
          <p:spPr>
            <a:xfrm rot="16200000">
              <a:off x="8291405" y="1466332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(180,199,231)</a:t>
              </a:r>
              <a:endParaRPr lang="en-IN" dirty="0"/>
            </a:p>
          </p:txBody>
        </p:sp>
        <p:sp>
          <p:nvSpPr>
            <p:cNvPr id="41" name="TextBox 40"/>
            <p:cNvSpPr txBox="1"/>
            <p:nvPr/>
          </p:nvSpPr>
          <p:spPr>
            <a:xfrm rot="16200000">
              <a:off x="9012125" y="1466331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(143,170,230)</a:t>
              </a:r>
              <a:endParaRPr lang="en-IN" dirty="0"/>
            </a:p>
          </p:txBody>
        </p:sp>
        <p:sp>
          <p:nvSpPr>
            <p:cNvPr id="42" name="TextBox 41"/>
            <p:cNvSpPr txBox="1"/>
            <p:nvPr/>
          </p:nvSpPr>
          <p:spPr>
            <a:xfrm rot="16200000">
              <a:off x="9815468" y="1466331"/>
              <a:ext cx="1260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(47,85,151)</a:t>
              </a:r>
              <a:endParaRPr lang="en-IN" dirty="0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698500" y="3551115"/>
              <a:ext cx="2882900" cy="2413000"/>
              <a:chOff x="2032000" y="1333500"/>
              <a:chExt cx="4724400" cy="4076700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2032000" y="1333500"/>
                <a:ext cx="1181100" cy="4076700"/>
              </a:xfrm>
              <a:prstGeom prst="rect">
                <a:avLst/>
              </a:prstGeom>
              <a:solidFill>
                <a:srgbClr val="FEDB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213100" y="1333500"/>
                <a:ext cx="1181100" cy="4076700"/>
              </a:xfrm>
              <a:prstGeom prst="rect">
                <a:avLst/>
              </a:prstGeom>
              <a:solidFill>
                <a:srgbClr val="FBB0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4394200" y="1333500"/>
                <a:ext cx="1181100" cy="4076700"/>
              </a:xfrm>
              <a:prstGeom prst="rect">
                <a:avLst/>
              </a:prstGeom>
              <a:solidFill>
                <a:srgbClr val="FA85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5575300" y="1333500"/>
                <a:ext cx="1181100" cy="4076700"/>
              </a:xfrm>
              <a:prstGeom prst="rect">
                <a:avLst/>
              </a:prstGeom>
              <a:solidFill>
                <a:srgbClr val="BD30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8" name="TextBox 47"/>
            <p:cNvSpPr txBox="1"/>
            <p:nvPr/>
          </p:nvSpPr>
          <p:spPr>
            <a:xfrm rot="16200000">
              <a:off x="363429" y="4572947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(254,219,208)</a:t>
              </a:r>
              <a:endParaRPr lang="en-IN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34083" y="5964112"/>
              <a:ext cx="278153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D</a:t>
              </a:r>
              <a:r>
                <a:rPr lang="en-US" sz="2800" dirty="0" smtClean="0"/>
                <a:t>1    </a:t>
              </a:r>
              <a:r>
                <a:rPr lang="en-US" sz="2800" dirty="0"/>
                <a:t>D</a:t>
              </a:r>
              <a:r>
                <a:rPr lang="en-US" sz="2800" dirty="0" smtClean="0"/>
                <a:t>2    D3    D4</a:t>
              </a:r>
              <a:endParaRPr lang="en-IN" sz="2800" dirty="0"/>
            </a:p>
          </p:txBody>
        </p:sp>
        <p:sp>
          <p:nvSpPr>
            <p:cNvPr id="50" name="TextBox 49"/>
            <p:cNvSpPr txBox="1"/>
            <p:nvPr/>
          </p:nvSpPr>
          <p:spPr>
            <a:xfrm rot="16200000">
              <a:off x="1084155" y="4572947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(251,176,161)</a:t>
              </a:r>
              <a:endParaRPr lang="en-IN" dirty="0"/>
            </a:p>
          </p:txBody>
        </p:sp>
        <p:sp>
          <p:nvSpPr>
            <p:cNvPr id="51" name="TextBox 50"/>
            <p:cNvSpPr txBox="1"/>
            <p:nvPr/>
          </p:nvSpPr>
          <p:spPr>
            <a:xfrm rot="16200000">
              <a:off x="1804875" y="4572946"/>
              <a:ext cx="1494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(258,133,114)</a:t>
              </a:r>
              <a:endParaRPr lang="en-IN" dirty="0"/>
            </a:p>
          </p:txBody>
        </p:sp>
        <p:sp>
          <p:nvSpPr>
            <p:cNvPr id="52" name="TextBox 51"/>
            <p:cNvSpPr txBox="1"/>
            <p:nvPr/>
          </p:nvSpPr>
          <p:spPr>
            <a:xfrm rot="16200000">
              <a:off x="2666727" y="4572946"/>
              <a:ext cx="1143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(189,48,9)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7061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402264" y="630229"/>
            <a:ext cx="3644900" cy="2146300"/>
            <a:chOff x="3402264" y="630229"/>
            <a:chExt cx="3644900" cy="2146300"/>
          </a:xfrm>
        </p:grpSpPr>
        <p:sp>
          <p:nvSpPr>
            <p:cNvPr id="5" name="Rounded Rectangle 4"/>
            <p:cNvSpPr/>
            <p:nvPr/>
          </p:nvSpPr>
          <p:spPr>
            <a:xfrm>
              <a:off x="3402264" y="630229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78464" y="630229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/>
            <p:cNvSpPr/>
            <p:nvPr/>
          </p:nvSpPr>
          <p:spPr>
            <a:xfrm>
              <a:off x="3605464" y="814379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67464" y="814379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67464" y="1141489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840414" y="2120953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18248" y="2120953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616417" y="1582318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accent6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SafeReach</a:t>
              </a:r>
              <a:endParaRPr lang="en-IN" sz="12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4238" y="450439"/>
            <a:ext cx="2556107" cy="3136900"/>
            <a:chOff x="474238" y="450439"/>
            <a:chExt cx="2556107" cy="3136900"/>
          </a:xfrm>
        </p:grpSpPr>
        <p:sp>
          <p:nvSpPr>
            <p:cNvPr id="13" name="Rounded Rectangle 12"/>
            <p:cNvSpPr/>
            <p:nvPr/>
          </p:nvSpPr>
          <p:spPr>
            <a:xfrm>
              <a:off x="474238" y="450439"/>
              <a:ext cx="2492607" cy="3136900"/>
            </a:xfrm>
            <a:prstGeom prst="roundRect">
              <a:avLst>
                <a:gd name="adj" fmla="val 11342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89475" y="450439"/>
              <a:ext cx="2440870" cy="3136900"/>
            </a:xfrm>
            <a:prstGeom prst="roundRect">
              <a:avLst>
                <a:gd name="adj" fmla="val 1134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1101094" y="564517"/>
              <a:ext cx="1269234" cy="1226785"/>
            </a:xfrm>
            <a:prstGeom prst="ellipse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89475" y="1813387"/>
              <a:ext cx="24016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7575" y="2407197"/>
              <a:ext cx="11015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03774" y="2975764"/>
              <a:ext cx="999985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Bahnschrift SemiBold" panose="020B0502040204020203" pitchFamily="34" charset="0"/>
                </a:rPr>
                <a:t>Ready</a:t>
              </a:r>
              <a:endParaRPr lang="en-IN" sz="16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805358" y="2975764"/>
              <a:ext cx="1070117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latin typeface="Bahnschrift SemiBold" panose="020B0502040204020203" pitchFamily="34" charset="0"/>
                </a:rPr>
                <a:t>Reached</a:t>
              </a:r>
              <a:endParaRPr lang="en-IN" sz="16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831514" y="2453913"/>
              <a:ext cx="1097231" cy="328699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accent6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SafeReach</a:t>
              </a:r>
              <a:endParaRPr lang="en-IN" sz="12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0692" y="5078649"/>
            <a:ext cx="6468513" cy="1147510"/>
            <a:chOff x="800692" y="5078649"/>
            <a:chExt cx="6468513" cy="1147510"/>
          </a:xfrm>
        </p:grpSpPr>
        <p:sp>
          <p:nvSpPr>
            <p:cNvPr id="23" name="Rounded Rectangle 22"/>
            <p:cNvSpPr/>
            <p:nvPr/>
          </p:nvSpPr>
          <p:spPr>
            <a:xfrm>
              <a:off x="800692" y="5078649"/>
              <a:ext cx="6468513" cy="1147510"/>
            </a:xfrm>
            <a:prstGeom prst="roundRect">
              <a:avLst>
                <a:gd name="adj" fmla="val 11342"/>
              </a:avLst>
            </a:prstGeom>
            <a:solidFill>
              <a:srgbClr val="92D05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76892" y="5078649"/>
              <a:ext cx="6392313" cy="1147510"/>
            </a:xfrm>
            <a:prstGeom prst="roundRect">
              <a:avLst>
                <a:gd name="adj" fmla="val 1134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1003892" y="5262799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65892" y="5262799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51824" y="5674317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209640" y="5442748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787474" y="5442748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850924" y="5697913"/>
              <a:ext cx="1097231" cy="3221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accent6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SafeReach</a:t>
              </a:r>
              <a:endParaRPr lang="en-IN" sz="12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732964" y="600546"/>
            <a:ext cx="3644900" cy="2146300"/>
            <a:chOff x="7732964" y="600546"/>
            <a:chExt cx="3644900" cy="2146300"/>
          </a:xfrm>
        </p:grpSpPr>
        <p:sp>
          <p:nvSpPr>
            <p:cNvPr id="31" name="Rounded Rectangle 30"/>
            <p:cNvSpPr/>
            <p:nvPr/>
          </p:nvSpPr>
          <p:spPr>
            <a:xfrm>
              <a:off x="7732964" y="600546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809164" y="600546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/>
            <p:cNvSpPr/>
            <p:nvPr/>
          </p:nvSpPr>
          <p:spPr>
            <a:xfrm>
              <a:off x="7936164" y="784696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698164" y="784696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98164" y="1111806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8171114" y="2091270"/>
              <a:ext cx="1295400" cy="463137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9748948" y="2091270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9947117" y="1552635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accent4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Traveling</a:t>
              </a:r>
              <a:endParaRPr lang="en-IN" sz="1200" dirty="0">
                <a:solidFill>
                  <a:schemeClr val="accent4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732964" y="3056598"/>
            <a:ext cx="3644900" cy="2146300"/>
            <a:chOff x="7732964" y="3056598"/>
            <a:chExt cx="3644900" cy="2146300"/>
          </a:xfrm>
        </p:grpSpPr>
        <p:sp>
          <p:nvSpPr>
            <p:cNvPr id="39" name="Rounded Rectangle 38"/>
            <p:cNvSpPr/>
            <p:nvPr/>
          </p:nvSpPr>
          <p:spPr>
            <a:xfrm>
              <a:off x="7732964" y="3056598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rgbClr val="FA857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809164" y="3056598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/>
            <p:cNvSpPr/>
            <p:nvPr/>
          </p:nvSpPr>
          <p:spPr>
            <a:xfrm>
              <a:off x="7936164" y="3240748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698164" y="3240748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698164" y="3567858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8171114" y="4547322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748948" y="4547322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9947117" y="4008687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rgbClr val="FEDBD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FF0000"/>
                  </a:solidFill>
                  <a:latin typeface="Bahnschrift SemiBold" panose="020B0502040204020203" pitchFamily="34" charset="0"/>
                </a:rPr>
                <a:t>Absent</a:t>
              </a:r>
              <a:endParaRPr lang="en-IN" sz="1200" dirty="0">
                <a:solidFill>
                  <a:srgbClr val="FF0000"/>
                </a:solidFill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292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82957" y="345105"/>
            <a:ext cx="3568700" cy="2146300"/>
            <a:chOff x="182957" y="345105"/>
            <a:chExt cx="3568700" cy="2146300"/>
          </a:xfrm>
        </p:grpSpPr>
        <p:sp>
          <p:nvSpPr>
            <p:cNvPr id="2" name="Rounded Rectangle 1"/>
            <p:cNvSpPr/>
            <p:nvPr/>
          </p:nvSpPr>
          <p:spPr>
            <a:xfrm>
              <a:off x="182957" y="345105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/>
            <p:cNvSpPr/>
            <p:nvPr/>
          </p:nvSpPr>
          <p:spPr>
            <a:xfrm>
              <a:off x="309957" y="529255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071957" y="529255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71957" y="856365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4907" y="1835829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22741" y="1835829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320910" y="1297194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accent6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SafeReach</a:t>
              </a:r>
              <a:endParaRPr lang="en-IN" sz="12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224395" y="345105"/>
            <a:ext cx="3568700" cy="2146300"/>
            <a:chOff x="4224395" y="345105"/>
            <a:chExt cx="3568700" cy="2146300"/>
          </a:xfrm>
        </p:grpSpPr>
        <p:sp>
          <p:nvSpPr>
            <p:cNvPr id="9" name="Rounded Rectangle 8"/>
            <p:cNvSpPr/>
            <p:nvPr/>
          </p:nvSpPr>
          <p:spPr>
            <a:xfrm>
              <a:off x="4224395" y="345105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4351395" y="529255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13395" y="529255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113395" y="856365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586345" y="1835829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64179" y="1835829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6362348" y="1303955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accent4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Traveling</a:t>
              </a:r>
              <a:endParaRPr lang="en-IN" sz="1200" dirty="0">
                <a:solidFill>
                  <a:schemeClr val="accent4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230969" y="345105"/>
            <a:ext cx="3568700" cy="2146300"/>
            <a:chOff x="8230969" y="345105"/>
            <a:chExt cx="3568700" cy="2146300"/>
          </a:xfrm>
        </p:grpSpPr>
        <p:sp>
          <p:nvSpPr>
            <p:cNvPr id="17" name="Rounded Rectangle 16"/>
            <p:cNvSpPr/>
            <p:nvPr/>
          </p:nvSpPr>
          <p:spPr>
            <a:xfrm>
              <a:off x="8230969" y="345105"/>
              <a:ext cx="3568700" cy="2146300"/>
            </a:xfrm>
            <a:prstGeom prst="roundRect">
              <a:avLst>
                <a:gd name="adj" fmla="val 11342"/>
              </a:avLst>
            </a:prstGeom>
            <a:solidFill>
              <a:srgbClr val="FEDBD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357969" y="529255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19969" y="529255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19969" y="856365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592919" y="1835829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0170753" y="1835829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368922" y="1303955"/>
              <a:ext cx="1097231" cy="443968"/>
            </a:xfrm>
            <a:prstGeom prst="roundRect">
              <a:avLst>
                <a:gd name="adj" fmla="val 50000"/>
              </a:avLst>
            </a:prstGeom>
            <a:solidFill>
              <a:srgbClr val="FA857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FF0000"/>
                  </a:solidFill>
                  <a:latin typeface="Bahnschrift SemiBold" panose="020B0502040204020203" pitchFamily="34" charset="0"/>
                </a:rPr>
                <a:t>Absent</a:t>
              </a:r>
              <a:endParaRPr lang="en-IN" sz="1200" dirty="0">
                <a:solidFill>
                  <a:srgbClr val="FF0000"/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82957" y="2909098"/>
            <a:ext cx="6392313" cy="1147510"/>
            <a:chOff x="182957" y="2909098"/>
            <a:chExt cx="6392313" cy="1147510"/>
          </a:xfrm>
        </p:grpSpPr>
        <p:sp>
          <p:nvSpPr>
            <p:cNvPr id="25" name="Rounded Rectangle 24"/>
            <p:cNvSpPr/>
            <p:nvPr/>
          </p:nvSpPr>
          <p:spPr>
            <a:xfrm>
              <a:off x="182957" y="2909098"/>
              <a:ext cx="6392313" cy="1147510"/>
            </a:xfrm>
            <a:prstGeom prst="roundRect">
              <a:avLst>
                <a:gd name="adj" fmla="val 11342"/>
              </a:avLst>
            </a:prstGeom>
            <a:solidFill>
              <a:srgbClr val="E2F0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Oval 25"/>
            <p:cNvSpPr/>
            <p:nvPr/>
          </p:nvSpPr>
          <p:spPr>
            <a:xfrm>
              <a:off x="309957" y="3093248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71957" y="3093248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57889" y="3504766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515705" y="3273197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93539" y="3273197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156989" y="3528362"/>
              <a:ext cx="1097231" cy="32214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>
                  <a:solidFill>
                    <a:schemeClr val="accent6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SafeReach</a:t>
              </a:r>
              <a:endParaRPr lang="en-IN" sz="1200" dirty="0">
                <a:solidFill>
                  <a:schemeClr val="accent6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82957" y="4171448"/>
            <a:ext cx="6392313" cy="1147510"/>
            <a:chOff x="182957" y="4171448"/>
            <a:chExt cx="6392313" cy="1147510"/>
          </a:xfrm>
        </p:grpSpPr>
        <p:sp>
          <p:nvSpPr>
            <p:cNvPr id="32" name="Rounded Rectangle 31"/>
            <p:cNvSpPr/>
            <p:nvPr/>
          </p:nvSpPr>
          <p:spPr>
            <a:xfrm>
              <a:off x="182957" y="4171448"/>
              <a:ext cx="6392313" cy="1147510"/>
            </a:xfrm>
            <a:prstGeom prst="roundRect">
              <a:avLst>
                <a:gd name="adj" fmla="val 11342"/>
              </a:avLst>
            </a:prstGeom>
            <a:solidFill>
              <a:srgbClr val="FFF2CC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Oval 32"/>
            <p:cNvSpPr/>
            <p:nvPr/>
          </p:nvSpPr>
          <p:spPr>
            <a:xfrm>
              <a:off x="309957" y="4355598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71957" y="4355598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057889" y="4767116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515705" y="4535547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5093539" y="4535547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221825" y="4824509"/>
              <a:ext cx="1097231" cy="298542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chemeClr val="accent4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Traveling</a:t>
              </a:r>
              <a:endParaRPr lang="en-IN" sz="1200" dirty="0">
                <a:solidFill>
                  <a:schemeClr val="accent4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2957" y="5424660"/>
            <a:ext cx="6392313" cy="1147510"/>
            <a:chOff x="182957" y="5424660"/>
            <a:chExt cx="6392313" cy="1147510"/>
          </a:xfrm>
        </p:grpSpPr>
        <p:sp>
          <p:nvSpPr>
            <p:cNvPr id="40" name="Rounded Rectangle 39"/>
            <p:cNvSpPr/>
            <p:nvPr/>
          </p:nvSpPr>
          <p:spPr>
            <a:xfrm>
              <a:off x="182957" y="5424660"/>
              <a:ext cx="6392313" cy="1147510"/>
            </a:xfrm>
            <a:prstGeom prst="roundRect">
              <a:avLst>
                <a:gd name="adj" fmla="val 11342"/>
              </a:avLst>
            </a:prstGeom>
            <a:solidFill>
              <a:srgbClr val="FEDBD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B0A1"/>
                </a:solidFill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09957" y="5608810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71957" y="5608810"/>
              <a:ext cx="2401619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Maya Thompson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7889" y="6020328"/>
              <a:ext cx="1101584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Class 4B</a:t>
              </a:r>
              <a:endParaRPr lang="en-IN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515705" y="5788759"/>
              <a:ext cx="1295400" cy="46313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Ready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093539" y="5788759"/>
              <a:ext cx="1295400" cy="4631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latin typeface="Bahnschrift SemiBold" panose="020B0502040204020203" pitchFamily="34" charset="0"/>
                </a:rPr>
                <a:t>Reached</a:t>
              </a:r>
              <a:endParaRPr lang="en-IN" sz="20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288973" y="6070476"/>
              <a:ext cx="1097231" cy="281918"/>
            </a:xfrm>
            <a:prstGeom prst="roundRect">
              <a:avLst>
                <a:gd name="adj" fmla="val 50000"/>
              </a:avLst>
            </a:prstGeom>
            <a:solidFill>
              <a:srgbClr val="FA857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FF0000"/>
                  </a:solidFill>
                  <a:latin typeface="Bahnschrift SemiBold" panose="020B0502040204020203" pitchFamily="34" charset="0"/>
                </a:rPr>
                <a:t>Absent</a:t>
              </a:r>
              <a:endParaRPr lang="en-IN" sz="1200" dirty="0">
                <a:solidFill>
                  <a:srgbClr val="FF0000"/>
                </a:solidFill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151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353645" y="210993"/>
            <a:ext cx="2072563" cy="1617807"/>
            <a:chOff x="353645" y="210993"/>
            <a:chExt cx="2072563" cy="1617807"/>
          </a:xfrm>
        </p:grpSpPr>
        <p:sp>
          <p:nvSpPr>
            <p:cNvPr id="2" name="Rounded Rectangle 1"/>
            <p:cNvSpPr/>
            <p:nvPr/>
          </p:nvSpPr>
          <p:spPr>
            <a:xfrm>
              <a:off x="353645" y="210993"/>
              <a:ext cx="2072563" cy="1617807"/>
            </a:xfrm>
            <a:prstGeom prst="roundRect">
              <a:avLst>
                <a:gd name="adj" fmla="val 1134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96287" y="301730"/>
              <a:ext cx="1207382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>
                  <a:latin typeface="Bahnschrift SemiBold" panose="020B0502040204020203" pitchFamily="34" charset="0"/>
                </a:rPr>
                <a:t>Class 4</a:t>
              </a:r>
              <a:endParaRPr lang="en-IN" sz="2400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17927" y="638224"/>
              <a:ext cx="1058303" cy="338554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Section B</a:t>
              </a:r>
              <a:endParaRPr lang="en-IN" sz="16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6287" y="1096323"/>
              <a:ext cx="1628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chemeClr val="accent5"/>
                  </a:solidFill>
                  <a:latin typeface="Bahnschrift SemiBold" panose="020B0502040204020203" pitchFamily="34" charset="0"/>
                </a:rPr>
                <a:t>Students: 06</a:t>
              </a:r>
              <a:r>
                <a:rPr lang="en-US" sz="1600" dirty="0" smtClean="0">
                  <a:latin typeface="Bahnschrift SemiBold" panose="020B0502040204020203" pitchFamily="34" charset="0"/>
                </a:rPr>
                <a:t> </a:t>
              </a:r>
            </a:p>
            <a:p>
              <a:r>
                <a:rPr lang="en-US" sz="1600" dirty="0" err="1" smtClean="0">
                  <a:solidFill>
                    <a:schemeClr val="accent6"/>
                  </a:solidFill>
                  <a:latin typeface="Bahnschrift SemiBold" panose="020B0502040204020203" pitchFamily="34" charset="0"/>
                </a:rPr>
                <a:t>SafeReach</a:t>
              </a:r>
              <a:r>
                <a:rPr lang="en-US" sz="1600" dirty="0" smtClean="0">
                  <a:solidFill>
                    <a:schemeClr val="accent6"/>
                  </a:solidFill>
                  <a:latin typeface="Bahnschrift SemiBold" panose="020B0502040204020203" pitchFamily="34" charset="0"/>
                </a:rPr>
                <a:t>: 90%</a:t>
              </a:r>
              <a:endParaRPr lang="en-IN" sz="1600" dirty="0">
                <a:solidFill>
                  <a:schemeClr val="accent6"/>
                </a:solidFill>
                <a:latin typeface="Bahnschrift SemiBold" panose="020B0502040204020203" pitchFamily="34" charset="0"/>
              </a:endParaRP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2699616" y="490080"/>
            <a:ext cx="1295400" cy="46313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Bahnschrift SemiBold" panose="020B0502040204020203" pitchFamily="34" charset="0"/>
              </a:rPr>
              <a:t>Ready</a:t>
            </a:r>
            <a:endParaRPr lang="en-IN" sz="2000" dirty="0">
              <a:latin typeface="Bahnschrift SemiBold" panose="020B0502040204020203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77450" y="490080"/>
            <a:ext cx="1295400" cy="4631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Bahnschrift SemiBold" panose="020B0502040204020203" pitchFamily="34" charset="0"/>
              </a:rPr>
              <a:t>Reached</a:t>
            </a:r>
            <a:endParaRPr lang="en-IN" sz="2000" dirty="0">
              <a:latin typeface="Bahnschrift SemiBold" panose="020B0502040204020203" pitchFamily="34" charset="0"/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353645" y="2327892"/>
            <a:ext cx="10399699" cy="1147510"/>
            <a:chOff x="353645" y="2327892"/>
            <a:chExt cx="10399699" cy="1147510"/>
          </a:xfrm>
        </p:grpSpPr>
        <p:sp>
          <p:nvSpPr>
            <p:cNvPr id="25" name="Rounded Rectangle 24"/>
            <p:cNvSpPr/>
            <p:nvPr/>
          </p:nvSpPr>
          <p:spPr>
            <a:xfrm>
              <a:off x="353645" y="2327892"/>
              <a:ext cx="10399699" cy="1147510"/>
            </a:xfrm>
            <a:prstGeom prst="roundRect">
              <a:avLst>
                <a:gd name="adj" fmla="val 1134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B0A1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80645" y="2512042"/>
              <a:ext cx="762000" cy="774700"/>
            </a:xfrm>
            <a:prstGeom prst="ellipse">
              <a:avLst/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42645" y="2512042"/>
              <a:ext cx="3034805" cy="46166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Bahnschrift SemiBold" panose="020B0502040204020203" pitchFamily="34" charset="0"/>
                </a:rPr>
                <a:t>Mr. James Anderson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52961" y="2850408"/>
              <a:ext cx="2642070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ID: EMP-10024</a:t>
              </a:r>
            </a:p>
            <a:p>
              <a:r>
                <a:rPr lang="en-US" sz="1600" dirty="0" err="1">
                  <a:solidFill>
                    <a:schemeClr val="bg1">
                      <a:lumMod val="50000"/>
                    </a:schemeClr>
                  </a:solidFill>
                  <a:latin typeface="Bahnschrift SemiBold" panose="020B0502040204020203" pitchFamily="34" charset="0"/>
                </a:rPr>
                <a:t>teacher@safereach.school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78482" y="2800509"/>
              <a:ext cx="194316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600" b="1" dirty="0">
                  <a:solidFill>
                    <a:srgbClr val="00236F"/>
                  </a:solidFill>
                  <a:latin typeface="Bahnschrift SemiBold" panose="020B0502040204020203" pitchFamily="34" charset="0"/>
                </a:rPr>
                <a:t>Class 4 - Section B</a:t>
              </a:r>
              <a:endParaRPr lang="en-IN" sz="16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121643" y="2785120"/>
              <a:ext cx="1492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>
                  <a:solidFill>
                    <a:srgbClr val="444651"/>
                  </a:solidFill>
                  <a:latin typeface="Bahnschrift SemiBold" panose="020B0502040204020203" pitchFamily="34" charset="0"/>
                </a:rPr>
                <a:t>Mathematics</a:t>
              </a:r>
              <a:endParaRPr lang="en-IN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656742" y="2785120"/>
              <a:ext cx="11112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b="1" dirty="0">
                  <a:solidFill>
                    <a:srgbClr val="006B5F"/>
                  </a:solidFill>
                  <a:latin typeface="Bahnschrift SemiBold" panose="020B0502040204020203" pitchFamily="34" charset="0"/>
                </a:rPr>
                <a:t>available</a:t>
              </a:r>
              <a:endParaRPr lang="en-IN" dirty="0"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21441" y="3888744"/>
            <a:ext cx="1463040" cy="1682594"/>
            <a:chOff x="2023872" y="3974495"/>
            <a:chExt cx="1463040" cy="1682594"/>
          </a:xfrm>
        </p:grpSpPr>
        <p:sp>
          <p:nvSpPr>
            <p:cNvPr id="39" name="Rounded Rectangle 38"/>
            <p:cNvSpPr/>
            <p:nvPr/>
          </p:nvSpPr>
          <p:spPr>
            <a:xfrm>
              <a:off x="2023872" y="3974495"/>
              <a:ext cx="1463040" cy="1682594"/>
            </a:xfrm>
            <a:prstGeom prst="roundRect">
              <a:avLst>
                <a:gd name="adj" fmla="val 1134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26" name="Picture 2" descr="Teacher Icon Logo Isolated Sign Symbol Stock Vector (Royalty Free) 1711794499 | Shutter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1786" b="81429" l="11154" r="88462">
                          <a14:foregroundMark x1="45769" y1="15714" x2="45769" y2="15714"/>
                          <a14:foregroundMark x1="54231" y1="74286" x2="54231" y2="74286"/>
                          <a14:foregroundMark x1="51923" y1="56786" x2="51923" y2="56786"/>
                          <a14:foregroundMark x1="76538" y1="74643" x2="76538" y2="74643"/>
                          <a14:foregroundMark x1="73462" y1="58929" x2="73462" y2="589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627" t="11520" r="11080" b="18538"/>
            <a:stretch/>
          </p:blipFill>
          <p:spPr bwMode="auto">
            <a:xfrm>
              <a:off x="2187697" y="4091811"/>
              <a:ext cx="1144700" cy="1115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2256543" y="5196518"/>
              <a:ext cx="1007007" cy="369332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latin typeface="Bahnschrift SemiBold" panose="020B0502040204020203" pitchFamily="34" charset="0"/>
                </a:rPr>
                <a:t>Teacher</a:t>
              </a:r>
              <a:endParaRPr lang="en-US" b="1" dirty="0">
                <a:latin typeface="Bahnschrift SemiBold" panose="020B0502040204020203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620422" y="4421842"/>
            <a:ext cx="3690901" cy="1171819"/>
            <a:chOff x="6620422" y="4421842"/>
            <a:chExt cx="3690901" cy="1171819"/>
          </a:xfrm>
        </p:grpSpPr>
        <p:sp>
          <p:nvSpPr>
            <p:cNvPr id="45" name="Rounded Rectangular Callout 44"/>
            <p:cNvSpPr/>
            <p:nvPr/>
          </p:nvSpPr>
          <p:spPr>
            <a:xfrm>
              <a:off x="8111879" y="5081645"/>
              <a:ext cx="2147522" cy="512016"/>
            </a:xfrm>
            <a:prstGeom prst="wedgeRoundRectCallout">
              <a:avLst>
                <a:gd name="adj1" fmla="val 39755"/>
                <a:gd name="adj2" fmla="val 70896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ounded Rectangular Callout 46"/>
            <p:cNvSpPr/>
            <p:nvPr/>
          </p:nvSpPr>
          <p:spPr>
            <a:xfrm flipH="1">
              <a:off x="6620422" y="4421842"/>
              <a:ext cx="2147522" cy="512016"/>
            </a:xfrm>
            <a:prstGeom prst="wedgeRoundRectCallout">
              <a:avLst>
                <a:gd name="adj1" fmla="val 39755"/>
                <a:gd name="adj2" fmla="val 70896"/>
                <a:gd name="adj3" fmla="val 16667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783620" y="4454052"/>
              <a:ext cx="1031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Hi </a:t>
              </a:r>
              <a:r>
                <a:rPr lang="en-US" dirty="0" err="1" smtClean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frds</a:t>
              </a:r>
              <a:r>
                <a:rPr lang="en-US" dirty="0" smtClean="0">
                  <a:solidFill>
                    <a:schemeClr val="bg1"/>
                  </a:solidFill>
                  <a:latin typeface="Bahnschrift SemiBold" panose="020B0502040204020203" pitchFamily="34" charset="0"/>
                </a:rPr>
                <a:t>…</a:t>
              </a:r>
              <a:endParaRPr lang="en-IN" dirty="0">
                <a:solidFill>
                  <a:schemeClr val="bg1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136097" y="4677850"/>
              <a:ext cx="6742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solidFill>
                    <a:schemeClr val="bg2">
                      <a:lumMod val="90000"/>
                    </a:schemeClr>
                  </a:solidFill>
                  <a:latin typeface="Bahnschrift SemiBold" panose="020B0502040204020203" pitchFamily="34" charset="0"/>
                </a:rPr>
                <a:t>9.30am</a:t>
              </a:r>
              <a:endParaRPr lang="en-IN" sz="900" dirty="0">
                <a:solidFill>
                  <a:schemeClr val="bg2">
                    <a:lumMod val="90000"/>
                  </a:schemeClr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637093" y="5337653"/>
              <a:ext cx="67423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latin typeface="Bahnschrift SemiBold" panose="020B0502040204020203" pitchFamily="34" charset="0"/>
                </a:rPr>
                <a:t>9.30am</a:t>
              </a:r>
              <a:endParaRPr lang="en-IN" sz="900" dirty="0">
                <a:latin typeface="Bahnschrift SemiBold" panose="020B0502040204020203" pitchFamily="34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52118" y="5106821"/>
              <a:ext cx="1031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latin typeface="Bahnschrift SemiBold" panose="020B0502040204020203" pitchFamily="34" charset="0"/>
                </a:rPr>
                <a:t>Hello…</a:t>
              </a:r>
              <a:endParaRPr lang="en-IN" dirty="0">
                <a:latin typeface="Bahnschrift SemiBold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5079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175</Words>
  <Application>Microsoft Office PowerPoint</Application>
  <PresentationFormat>Widescreen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pantherjai@outlook.com</dc:creator>
  <cp:lastModifiedBy>pantherjai@outlook.com</cp:lastModifiedBy>
  <cp:revision>18</cp:revision>
  <dcterms:created xsi:type="dcterms:W3CDTF">2026-07-17T10:32:07Z</dcterms:created>
  <dcterms:modified xsi:type="dcterms:W3CDTF">2026-07-20T17:24:12Z</dcterms:modified>
</cp:coreProperties>
</file>